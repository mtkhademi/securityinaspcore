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80" r:id="rId5"/>
    <p:sldId id="338" r:id="rId6"/>
    <p:sldId id="339" r:id="rId7"/>
    <p:sldId id="342" r:id="rId8"/>
    <p:sldId id="344" r:id="rId9"/>
    <p:sldId id="343" r:id="rId10"/>
    <p:sldId id="34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6/6/2024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981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6/6/2024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277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6/6/2024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4205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6/6/2024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5774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6/6/2024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315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6/6/2024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334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6/6/2024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1585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6/6/2024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8149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6/6/2024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512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6/6/2024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9809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6/6/2024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1927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6/6/2024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520980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6/6/2024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63243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6/6/2024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7586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6/6/2024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545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6/6/2024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27440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large, sitting, white, numbers">
            <a:extLst>
              <a:ext uri="{FF2B5EF4-FFF2-40B4-BE49-F238E27FC236}">
                <a16:creationId xmlns:a16="http://schemas.microsoft.com/office/drawing/2014/main" id="{9A5D9ED1-DFCC-4799-89E2-D118451B98D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2" y="0"/>
            <a:ext cx="12191356" cy="6858000"/>
          </a:xfrm>
          <a:prstGeom prst="rect">
            <a:avLst/>
          </a:prstGeom>
        </p:spPr>
      </p:pic>
      <p:sp useBgFill="1">
        <p:nvSpPr>
          <p:cNvPr id="96" name="Freeform 5">
            <a:extLst>
              <a:ext uri="{FF2B5EF4-FFF2-40B4-BE49-F238E27FC236}">
                <a16:creationId xmlns:a16="http://schemas.microsoft.com/office/drawing/2014/main" id="{FE469E50-3893-4ED6-92BA-2985C32B0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:a16="http://schemas.microsoft.com/office/drawing/2014/main" xmlns:p14="http://schemas.microsoft.com/office/powerpoint/2010/main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9962" y="1673524"/>
            <a:ext cx="3485073" cy="2420504"/>
          </a:xfrm>
        </p:spPr>
        <p:txBody>
          <a:bodyPr>
            <a:normAutofit/>
          </a:bodyPr>
          <a:lstStyle/>
          <a:p>
            <a:pPr algn="l"/>
            <a:r>
              <a:rPr lang="en-US" sz="4000" dirty="0"/>
              <a:t>Security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9965" y="4157933"/>
            <a:ext cx="3485072" cy="1026544"/>
          </a:xfrm>
        </p:spPr>
        <p:txBody>
          <a:bodyPr>
            <a:normAutofit/>
          </a:bodyPr>
          <a:lstStyle/>
          <a:p>
            <a:pPr algn="l"/>
            <a:r>
              <a:rPr lang="en-US" sz="2300" dirty="0" err="1">
                <a:solidFill>
                  <a:srgbClr val="5792BA"/>
                </a:solidFill>
              </a:rPr>
              <a:t>Mt.Khademi</a:t>
            </a:r>
            <a:endParaRPr lang="en-US" sz="2300" dirty="0">
              <a:solidFill>
                <a:srgbClr val="5792BA"/>
              </a:solidFill>
            </a:endParaRPr>
          </a:p>
          <a:p>
            <a:pPr algn="l"/>
            <a:r>
              <a:rPr lang="en-US" sz="2300" dirty="0">
                <a:solidFill>
                  <a:srgbClr val="5792BA"/>
                </a:solidFill>
              </a:rPr>
              <a:t>Brain bytes</a:t>
            </a:r>
          </a:p>
        </p:txBody>
      </p:sp>
    </p:spTree>
    <p:extLst>
      <p:ext uri="{BB962C8B-B14F-4D97-AF65-F5344CB8AC3E}">
        <p14:creationId xmlns:p14="http://schemas.microsoft.com/office/powerpoint/2010/main" val="1583120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6305B-2620-7492-3A42-1C4571767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83757"/>
            <a:ext cx="10353762" cy="850308"/>
          </a:xfrm>
        </p:spPr>
        <p:txBody>
          <a:bodyPr>
            <a:normAutofit fontScale="90000"/>
          </a:bodyPr>
          <a:lstStyle/>
          <a:p>
            <a:r>
              <a:rPr lang="en-US" sz="6000" b="1" dirty="0">
                <a:solidFill>
                  <a:srgbClr val="FFC000"/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AUTHENTICATION </a:t>
            </a:r>
            <a:r>
              <a:rPr lang="en-US" sz="4400" b="1" dirty="0">
                <a:solidFill>
                  <a:srgbClr val="FFC000"/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[custom]</a:t>
            </a:r>
            <a:endParaRPr lang="en-US" sz="6000" b="1" dirty="0">
              <a:solidFill>
                <a:srgbClr val="FFC000"/>
              </a:solidFill>
              <a:latin typeface="AnonymicePro Nerd Font Mono" panose="02060609030202000504" pitchFamily="49" charset="0"/>
              <a:ea typeface="AnonymicePro Nerd Font Mono" panose="02060609030202000504" pitchFamily="49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0544E72-496E-D9C0-8EA1-5EA24713D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2563" y="1150075"/>
            <a:ext cx="10353762" cy="5624168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en-US" sz="1800" b="1" dirty="0">
                <a:solidFill>
                  <a:srgbClr val="FFC000"/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1. Introduction ...... </a:t>
            </a:r>
          </a:p>
          <a:p>
            <a:pPr marL="36900" indent="0">
              <a:buNone/>
            </a:pPr>
            <a:r>
              <a:rPr lang="en-US" sz="1800" b="1" dirty="0">
                <a:solidFill>
                  <a:srgbClr val="FFC000"/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	- What’s Authentication and authorization</a:t>
            </a:r>
          </a:p>
          <a:p>
            <a:pPr marL="36900" indent="0">
              <a:buNone/>
            </a:pPr>
            <a:r>
              <a:rPr lang="en-US" sz="1800" b="1" dirty="0">
                <a:solidFill>
                  <a:srgbClr val="FFC000"/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1. Create </a:t>
            </a:r>
            <a:r>
              <a:rPr lang="en-US" sz="1800" b="1" dirty="0" err="1">
                <a:solidFill>
                  <a:srgbClr val="FFC000"/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Web.Api</a:t>
            </a:r>
            <a:r>
              <a:rPr lang="en-US" sz="1800" b="1" dirty="0">
                <a:solidFill>
                  <a:srgbClr val="FFC000"/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 project</a:t>
            </a:r>
          </a:p>
          <a:p>
            <a:pPr marL="36900" indent="0">
              <a:buNone/>
            </a:pPr>
            <a:r>
              <a:rPr lang="en-US" sz="1800" b="1" dirty="0">
                <a:solidFill>
                  <a:srgbClr val="FFC000"/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2. Add some packages</a:t>
            </a:r>
          </a:p>
          <a:p>
            <a:pPr marL="36900" indent="0">
              <a:buNone/>
            </a:pPr>
            <a:r>
              <a:rPr lang="en-US" sz="1600" b="1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	- </a:t>
            </a:r>
            <a:r>
              <a:rPr lang="en-US" sz="1600" b="1" dirty="0" err="1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EntityFrameworkCoreSqlite</a:t>
            </a:r>
            <a:endParaRPr lang="en-US" sz="1600" b="1" dirty="0">
              <a:solidFill>
                <a:schemeClr val="accent1">
                  <a:lumMod val="40000"/>
                  <a:lumOff val="60000"/>
                </a:schemeClr>
              </a:solidFill>
              <a:effectLst/>
              <a:latin typeface="AnonymicePro Nerd Font Mono" panose="02060609030202000504" pitchFamily="49" charset="0"/>
              <a:ea typeface="AnonymicePro Nerd Font Mono" panose="02060609030202000504" pitchFamily="49" charset="0"/>
            </a:endParaRPr>
          </a:p>
          <a:p>
            <a:pPr marL="36900" indent="0">
              <a:buNone/>
            </a:pPr>
            <a:r>
              <a:rPr lang="en-US" sz="1600" b="1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	- </a:t>
            </a:r>
            <a:r>
              <a:rPr lang="en-US" sz="1600" b="1" dirty="0" err="1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EntityFrameworkCoreDesign</a:t>
            </a:r>
            <a:endParaRPr lang="en-US" sz="1600" b="1" dirty="0">
              <a:solidFill>
                <a:schemeClr val="accent1">
                  <a:lumMod val="40000"/>
                  <a:lumOff val="60000"/>
                </a:schemeClr>
              </a:solidFill>
              <a:effectLst/>
              <a:latin typeface="AnonymicePro Nerd Font Mono" panose="02060609030202000504" pitchFamily="49" charset="0"/>
              <a:ea typeface="AnonymicePro Nerd Font Mono" panose="02060609030202000504" pitchFamily="49" charset="0"/>
            </a:endParaRPr>
          </a:p>
          <a:p>
            <a:pPr marL="36900" indent="0">
              <a:buNone/>
            </a:pPr>
            <a:r>
              <a:rPr lang="en-US" sz="1600" b="1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	- </a:t>
            </a:r>
            <a:r>
              <a:rPr lang="en-US" sz="1600" b="1" dirty="0" err="1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EntityFrameworkCoreTools</a:t>
            </a:r>
            <a:endParaRPr lang="en-US" sz="1600" b="1" dirty="0">
              <a:solidFill>
                <a:schemeClr val="accent1">
                  <a:lumMod val="40000"/>
                  <a:lumOff val="60000"/>
                </a:schemeClr>
              </a:solidFill>
              <a:effectLst/>
              <a:latin typeface="AnonymicePro Nerd Font Mono" panose="02060609030202000504" pitchFamily="49" charset="0"/>
              <a:ea typeface="AnonymicePro Nerd Font Mono" panose="02060609030202000504" pitchFamily="49" charset="0"/>
            </a:endParaRPr>
          </a:p>
          <a:p>
            <a:pPr marL="36900" indent="0">
              <a:buNone/>
            </a:pPr>
            <a:r>
              <a:rPr lang="en-US" sz="1800" b="1" dirty="0">
                <a:solidFill>
                  <a:srgbClr val="FFC000"/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3. Create Movie models</a:t>
            </a:r>
          </a:p>
          <a:p>
            <a:pPr marL="36900" indent="0">
              <a:buNone/>
            </a:pPr>
            <a:r>
              <a:rPr lang="en-US" sz="1800" b="1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	- </a:t>
            </a:r>
            <a:r>
              <a:rPr lang="en-US" sz="1800" b="1" dirty="0" err="1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MovieEntity</a:t>
            </a:r>
            <a:endParaRPr lang="en-US" sz="1800" b="1" dirty="0">
              <a:solidFill>
                <a:schemeClr val="accent1">
                  <a:lumMod val="40000"/>
                  <a:lumOff val="60000"/>
                </a:schemeClr>
              </a:solidFill>
              <a:effectLst/>
              <a:latin typeface="AnonymicePro Nerd Font Mono" panose="02060609030202000504" pitchFamily="49" charset="0"/>
              <a:ea typeface="AnonymicePro Nerd Font Mono" panose="02060609030202000504" pitchFamily="49" charset="0"/>
            </a:endParaRPr>
          </a:p>
          <a:p>
            <a:pPr marL="36900" indent="0">
              <a:buNone/>
            </a:pPr>
            <a:r>
              <a:rPr lang="en-US" sz="1800" b="1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	- DTOS [</a:t>
            </a:r>
            <a:r>
              <a:rPr lang="en-US" sz="1800" b="1" dirty="0" err="1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CreateDto,ReadDto,UpdateDto,DeleteDto</a:t>
            </a:r>
            <a:r>
              <a:rPr lang="en-US" sz="1800" b="1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]</a:t>
            </a:r>
          </a:p>
          <a:p>
            <a:pPr marL="36900" indent="0">
              <a:buNone/>
            </a:pPr>
            <a:r>
              <a:rPr lang="en-US" sz="1800" b="1" dirty="0">
                <a:solidFill>
                  <a:srgbClr val="FFC000"/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4. Create Movie Controller</a:t>
            </a:r>
          </a:p>
          <a:p>
            <a:pPr marL="36900" indent="0">
              <a:buNone/>
            </a:pPr>
            <a:r>
              <a:rPr lang="en-US" sz="1800" b="1" dirty="0">
                <a:solidFill>
                  <a:srgbClr val="FFC000"/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	- CRUD …</a:t>
            </a:r>
            <a:endParaRPr lang="en-US" sz="1600" dirty="0">
              <a:solidFill>
                <a:schemeClr val="accent1">
                  <a:lumMod val="40000"/>
                  <a:lumOff val="60000"/>
                </a:schemeClr>
              </a:solidFill>
              <a:latin typeface="AnonymicePro Nerd Font Mono" panose="02060609030202000504" pitchFamily="49" charset="0"/>
              <a:ea typeface="AnonymicePro Nerd Font Mono" panose="02060609030202000504" pitchFamily="49" charset="0"/>
            </a:endParaRPr>
          </a:p>
          <a:p>
            <a:pPr marL="36900" indent="0">
              <a:buNone/>
            </a:pPr>
            <a:endParaRPr lang="en-US" sz="1600" dirty="0">
              <a:solidFill>
                <a:schemeClr val="accent1">
                  <a:lumMod val="40000"/>
                  <a:lumOff val="60000"/>
                </a:schemeClr>
              </a:solidFill>
              <a:latin typeface="AnonymicePro Nerd Font Mono" panose="02060609030202000504" pitchFamily="49" charset="0"/>
              <a:ea typeface="AnonymicePro Nerd Font Mono" panose="020606090302020005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5382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6305B-2620-7492-3A42-1C4571767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83757"/>
            <a:ext cx="10353762" cy="850308"/>
          </a:xfrm>
        </p:spPr>
        <p:txBody>
          <a:bodyPr>
            <a:normAutofit fontScale="90000"/>
          </a:bodyPr>
          <a:lstStyle/>
          <a:p>
            <a:r>
              <a:rPr lang="en-US" sz="6000" b="1" dirty="0">
                <a:solidFill>
                  <a:srgbClr val="FFC000"/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AUTHENTICATION </a:t>
            </a:r>
            <a:r>
              <a:rPr lang="en-US" sz="4400" b="1" dirty="0">
                <a:solidFill>
                  <a:srgbClr val="FFC000"/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[custom]</a:t>
            </a:r>
            <a:endParaRPr lang="en-US" sz="6000" b="1" dirty="0">
              <a:solidFill>
                <a:srgbClr val="FFC000"/>
              </a:solidFill>
              <a:latin typeface="AnonymicePro Nerd Font Mono" panose="02060609030202000504" pitchFamily="49" charset="0"/>
              <a:ea typeface="AnonymicePro Nerd Font Mono" panose="02060609030202000504" pitchFamily="49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0544E72-496E-D9C0-8EA1-5EA24713D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2563" y="1150075"/>
            <a:ext cx="10353762" cy="5624168"/>
          </a:xfrm>
        </p:spPr>
        <p:txBody>
          <a:bodyPr>
            <a:normAutofit fontScale="92500" lnSpcReduction="10000"/>
          </a:bodyPr>
          <a:lstStyle/>
          <a:p>
            <a:pPr marL="36900" indent="0">
              <a:buNone/>
            </a:pPr>
            <a:r>
              <a:rPr lang="en-US" sz="2000" b="1" dirty="0">
                <a:solidFill>
                  <a:srgbClr val="FFC000"/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5. Create User models</a:t>
            </a:r>
          </a:p>
          <a:p>
            <a:pPr marL="36900" indent="0">
              <a:buNone/>
            </a:pPr>
            <a:r>
              <a:rPr lang="en-US" sz="1800" b="1" dirty="0">
                <a:solidFill>
                  <a:srgbClr val="FFC000"/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	</a:t>
            </a:r>
            <a:r>
              <a:rPr lang="en-US" sz="18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- </a:t>
            </a:r>
            <a:r>
              <a:rPr lang="en-US" sz="1800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UserEntity</a:t>
            </a:r>
            <a:endParaRPr lang="en-US" sz="1800" b="1" dirty="0">
              <a:solidFill>
                <a:schemeClr val="accent6">
                  <a:lumMod val="40000"/>
                  <a:lumOff val="60000"/>
                </a:schemeClr>
              </a:solidFill>
              <a:latin typeface="AnonymicePro Nerd Font Mono" panose="02060609030202000504" pitchFamily="49" charset="0"/>
              <a:ea typeface="AnonymicePro Nerd Font Mono" panose="02060609030202000504" pitchFamily="49" charset="0"/>
            </a:endParaRPr>
          </a:p>
          <a:p>
            <a:pPr marL="36900" indent="0">
              <a:buNone/>
            </a:pPr>
            <a:r>
              <a:rPr lang="en-US" sz="18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	- </a:t>
            </a:r>
            <a:r>
              <a:rPr lang="en-US" sz="1800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UserDtos</a:t>
            </a:r>
            <a:r>
              <a:rPr lang="en-US" sz="18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[ </a:t>
            </a:r>
            <a:r>
              <a:rPr lang="en-US" sz="1800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Create,Update,Delete,Read</a:t>
            </a:r>
            <a:r>
              <a:rPr lang="en-US" sz="18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 ]</a:t>
            </a:r>
          </a:p>
          <a:p>
            <a:pPr marL="36900" indent="0">
              <a:buNone/>
            </a:pPr>
            <a:r>
              <a:rPr lang="en-US" sz="2000" b="1" dirty="0">
                <a:solidFill>
                  <a:srgbClr val="FFC000"/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6. Create User controller</a:t>
            </a:r>
          </a:p>
          <a:p>
            <a:pPr marL="36900" indent="0">
              <a:buNone/>
            </a:pPr>
            <a:r>
              <a:rPr lang="en-US" sz="16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	</a:t>
            </a:r>
            <a:r>
              <a:rPr lang="en-US" sz="18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- CRUD</a:t>
            </a:r>
          </a:p>
          <a:p>
            <a:pPr marL="36900" indent="0">
              <a:buNone/>
            </a:pPr>
            <a:r>
              <a:rPr lang="en-US" sz="18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	- </a:t>
            </a:r>
            <a:r>
              <a:rPr lang="en-US" sz="1800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GetRoles</a:t>
            </a:r>
            <a:endParaRPr lang="en-US" sz="1800" b="1" dirty="0">
              <a:solidFill>
                <a:schemeClr val="accent6">
                  <a:lumMod val="40000"/>
                  <a:lumOff val="60000"/>
                </a:schemeClr>
              </a:solidFill>
              <a:latin typeface="AnonymicePro Nerd Font Mono" panose="02060609030202000504" pitchFamily="49" charset="0"/>
              <a:ea typeface="AnonymicePro Nerd Font Mono" panose="02060609030202000504" pitchFamily="49" charset="0"/>
            </a:endParaRPr>
          </a:p>
          <a:p>
            <a:pPr marL="36900" indent="0">
              <a:buNone/>
            </a:pPr>
            <a:r>
              <a:rPr lang="en-US" sz="18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	- </a:t>
            </a:r>
            <a:r>
              <a:rPr lang="en-US" sz="1800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AddNewRole</a:t>
            </a:r>
            <a:endParaRPr lang="en-US" sz="1800" b="1" dirty="0">
              <a:solidFill>
                <a:schemeClr val="accent6">
                  <a:lumMod val="40000"/>
                  <a:lumOff val="60000"/>
                </a:schemeClr>
              </a:solidFill>
              <a:latin typeface="AnonymicePro Nerd Font Mono" panose="02060609030202000504" pitchFamily="49" charset="0"/>
              <a:ea typeface="AnonymicePro Nerd Font Mono" panose="02060609030202000504" pitchFamily="49" charset="0"/>
            </a:endParaRPr>
          </a:p>
          <a:p>
            <a:pPr marL="36900" indent="0">
              <a:buNone/>
            </a:pPr>
            <a:r>
              <a:rPr lang="en-US" sz="18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	- </a:t>
            </a:r>
            <a:r>
              <a:rPr lang="en-US" sz="1800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RemoveRole</a:t>
            </a:r>
            <a:endParaRPr lang="en-US" sz="1800" b="1" dirty="0">
              <a:solidFill>
                <a:schemeClr val="accent6">
                  <a:lumMod val="40000"/>
                  <a:lumOff val="60000"/>
                </a:schemeClr>
              </a:solidFill>
              <a:latin typeface="AnonymicePro Nerd Font Mono" panose="02060609030202000504" pitchFamily="49" charset="0"/>
              <a:ea typeface="AnonymicePro Nerd Font Mono" panose="02060609030202000504" pitchFamily="49" charset="0"/>
            </a:endParaRPr>
          </a:p>
          <a:p>
            <a:pPr marL="36900" indent="0">
              <a:buNone/>
            </a:pPr>
            <a:r>
              <a:rPr lang="en-US" sz="2000" b="1" dirty="0">
                <a:solidFill>
                  <a:srgbClr val="FFC000"/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7. Create Role models</a:t>
            </a:r>
          </a:p>
          <a:p>
            <a:pPr marL="36900" indent="0">
              <a:buNone/>
            </a:pPr>
            <a:r>
              <a:rPr lang="en-US" sz="1800" b="1" dirty="0">
                <a:solidFill>
                  <a:srgbClr val="FFC000"/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	</a:t>
            </a:r>
            <a:r>
              <a:rPr lang="en-US" sz="18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- </a:t>
            </a:r>
            <a:r>
              <a:rPr lang="en-US" sz="1800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RoleEntity</a:t>
            </a:r>
            <a:endParaRPr lang="en-US" sz="1800" b="1" dirty="0">
              <a:solidFill>
                <a:schemeClr val="accent6">
                  <a:lumMod val="40000"/>
                  <a:lumOff val="60000"/>
                </a:schemeClr>
              </a:solidFill>
              <a:latin typeface="AnonymicePro Nerd Font Mono" panose="02060609030202000504" pitchFamily="49" charset="0"/>
              <a:ea typeface="AnonymicePro Nerd Font Mono" panose="02060609030202000504" pitchFamily="49" charset="0"/>
            </a:endParaRPr>
          </a:p>
          <a:p>
            <a:pPr marL="36900" indent="0">
              <a:buNone/>
            </a:pPr>
            <a:r>
              <a:rPr lang="en-US" sz="18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	- </a:t>
            </a:r>
            <a:r>
              <a:rPr lang="en-US" sz="1800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RoleDtos</a:t>
            </a:r>
            <a:r>
              <a:rPr lang="en-US" sz="18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[ </a:t>
            </a:r>
            <a:r>
              <a:rPr lang="en-US" sz="1800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Create,Update,Delete,Read</a:t>
            </a:r>
            <a:r>
              <a:rPr lang="en-US" sz="18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 ]</a:t>
            </a:r>
          </a:p>
          <a:p>
            <a:pPr marL="36900" indent="0">
              <a:buNone/>
            </a:pPr>
            <a:r>
              <a:rPr lang="en-US" sz="2000" b="1" dirty="0">
                <a:solidFill>
                  <a:srgbClr val="FFC000"/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8. Create Role controller</a:t>
            </a:r>
          </a:p>
          <a:p>
            <a:pPr marL="36900" indent="0">
              <a:buNone/>
            </a:pPr>
            <a:r>
              <a:rPr lang="en-US" sz="16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	</a:t>
            </a:r>
            <a:r>
              <a:rPr lang="en-US" sz="18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- CRUD</a:t>
            </a:r>
          </a:p>
          <a:p>
            <a:pPr marL="36900" indent="0">
              <a:buNone/>
            </a:pPr>
            <a:r>
              <a:rPr lang="en-US" sz="18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	- </a:t>
            </a:r>
            <a:r>
              <a:rPr lang="en-US" sz="1800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GetUsers</a:t>
            </a:r>
            <a:endParaRPr lang="en-US" sz="1600" b="1" dirty="0">
              <a:solidFill>
                <a:schemeClr val="accent1">
                  <a:lumMod val="40000"/>
                  <a:lumOff val="60000"/>
                </a:schemeClr>
              </a:solidFill>
              <a:latin typeface="AnonymicePro Nerd Font Mono" panose="02060609030202000504" pitchFamily="49" charset="0"/>
              <a:ea typeface="AnonymicePro Nerd Font Mono" panose="02060609030202000504" pitchFamily="49" charset="0"/>
            </a:endParaRPr>
          </a:p>
          <a:p>
            <a:pPr marL="36900" indent="0">
              <a:buNone/>
            </a:pPr>
            <a:endParaRPr lang="en-US" sz="1600" b="1" dirty="0">
              <a:solidFill>
                <a:schemeClr val="accent1">
                  <a:lumMod val="40000"/>
                  <a:lumOff val="60000"/>
                </a:schemeClr>
              </a:solidFill>
              <a:latin typeface="AnonymicePro Nerd Font Mono" panose="02060609030202000504" pitchFamily="49" charset="0"/>
              <a:ea typeface="AnonymicePro Nerd Font Mono" panose="020606090302020005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734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6305B-2620-7492-3A42-1C4571767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83757"/>
            <a:ext cx="10353762" cy="850308"/>
          </a:xfrm>
        </p:spPr>
        <p:txBody>
          <a:bodyPr>
            <a:normAutofit fontScale="90000"/>
          </a:bodyPr>
          <a:lstStyle/>
          <a:p>
            <a:r>
              <a:rPr lang="en-US" sz="6000" b="1" dirty="0">
                <a:solidFill>
                  <a:srgbClr val="FFC000"/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AUTHENTICATION </a:t>
            </a:r>
            <a:r>
              <a:rPr lang="en-US" sz="4400" b="1" dirty="0">
                <a:solidFill>
                  <a:srgbClr val="FFC000"/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[custom]</a:t>
            </a:r>
            <a:endParaRPr lang="en-US" sz="6000" b="1" dirty="0">
              <a:solidFill>
                <a:srgbClr val="FFC000"/>
              </a:solidFill>
              <a:latin typeface="AnonymicePro Nerd Font Mono" panose="02060609030202000504" pitchFamily="49" charset="0"/>
              <a:ea typeface="AnonymicePro Nerd Font Mono" panose="02060609030202000504" pitchFamily="49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0544E72-496E-D9C0-8EA1-5EA24713D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2563" y="1150075"/>
            <a:ext cx="10353762" cy="5624168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en-US" sz="2000" b="1" dirty="0">
                <a:solidFill>
                  <a:srgbClr val="FFC000"/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9. Create Auth controller</a:t>
            </a:r>
          </a:p>
          <a:p>
            <a:pPr marL="36900" indent="0">
              <a:buNone/>
            </a:pPr>
            <a:r>
              <a:rPr lang="en-US" sz="18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	- Register : add new user</a:t>
            </a:r>
          </a:p>
          <a:p>
            <a:pPr marL="36900" indent="0">
              <a:buNone/>
            </a:pPr>
            <a:r>
              <a:rPr lang="en-US" sz="18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	- Login : login a user and get token access</a:t>
            </a:r>
          </a:p>
          <a:p>
            <a:pPr marL="36900" indent="0">
              <a:buNone/>
            </a:pPr>
            <a:r>
              <a:rPr lang="en-US" sz="2000" b="1" dirty="0">
                <a:solidFill>
                  <a:srgbClr val="FFC000"/>
                </a:solidFill>
                <a:effectLst/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10. </a:t>
            </a:r>
            <a:r>
              <a:rPr lang="en-US" sz="2000" b="1" dirty="0" err="1">
                <a:solidFill>
                  <a:srgbClr val="FFC000"/>
                </a:solidFill>
                <a:effectLst/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IAccessControlService</a:t>
            </a:r>
            <a:endParaRPr lang="en-US" sz="2000" b="1" dirty="0">
              <a:solidFill>
                <a:srgbClr val="FFC000"/>
              </a:solidFill>
              <a:effectLst/>
              <a:latin typeface="AnonymicePro Nerd Font Mono" panose="02060609030202000504" pitchFamily="49" charset="0"/>
              <a:ea typeface="AnonymicePro Nerd Font Mono" panose="02060609030202000504" pitchFamily="49" charset="0"/>
            </a:endParaRPr>
          </a:p>
          <a:p>
            <a:pPr marL="36900" indent="0">
              <a:buNone/>
            </a:pPr>
            <a:r>
              <a:rPr lang="en-US" sz="18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	- </a:t>
            </a:r>
            <a:r>
              <a:rPr lang="en-US" sz="1800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IsAuthenticated</a:t>
            </a:r>
            <a:endParaRPr lang="en-US" sz="1800" b="1" dirty="0">
              <a:solidFill>
                <a:schemeClr val="accent1">
                  <a:lumMod val="40000"/>
                  <a:lumOff val="60000"/>
                </a:schemeClr>
              </a:solidFill>
              <a:latin typeface="AnonymicePro Nerd Font Mono" panose="02060609030202000504" pitchFamily="49" charset="0"/>
              <a:ea typeface="AnonymicePro Nerd Font Mono" panose="02060609030202000504" pitchFamily="49" charset="0"/>
            </a:endParaRPr>
          </a:p>
          <a:p>
            <a:pPr marL="36900" indent="0">
              <a:buNone/>
            </a:pPr>
            <a:r>
              <a:rPr lang="en-US" sz="18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	- </a:t>
            </a:r>
            <a:r>
              <a:rPr lang="en-US" sz="1800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GetCurrentUser</a:t>
            </a:r>
            <a:endParaRPr lang="en-US" sz="1800" b="1" dirty="0">
              <a:solidFill>
                <a:schemeClr val="accent1">
                  <a:lumMod val="40000"/>
                  <a:lumOff val="60000"/>
                </a:schemeClr>
              </a:solidFill>
              <a:latin typeface="AnonymicePro Nerd Font Mono" panose="02060609030202000504" pitchFamily="49" charset="0"/>
              <a:ea typeface="AnonymicePro Nerd Font Mono" panose="02060609030202000504" pitchFamily="49" charset="0"/>
            </a:endParaRPr>
          </a:p>
          <a:p>
            <a:pPr marL="36900" indent="0">
              <a:buNone/>
            </a:pPr>
            <a:r>
              <a:rPr lang="en-US" sz="18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	- </a:t>
            </a:r>
            <a:r>
              <a:rPr lang="en-US" sz="1800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CreateAccessToken</a:t>
            </a:r>
            <a:r>
              <a:rPr lang="en-US" sz="18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(</a:t>
            </a:r>
            <a:r>
              <a:rPr lang="en-US" sz="1800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userModel</a:t>
            </a:r>
            <a:r>
              <a:rPr lang="en-US" sz="18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)</a:t>
            </a:r>
          </a:p>
          <a:p>
            <a:pPr marL="36900" indent="0">
              <a:buNone/>
            </a:pPr>
            <a:r>
              <a:rPr lang="en-US" sz="18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	- </a:t>
            </a:r>
            <a:r>
              <a:rPr lang="en-US" sz="1800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IsAuthorize</a:t>
            </a:r>
            <a:endParaRPr lang="en-US" sz="1800" b="1" dirty="0">
              <a:solidFill>
                <a:schemeClr val="accent1">
                  <a:lumMod val="40000"/>
                  <a:lumOff val="60000"/>
                </a:schemeClr>
              </a:solidFill>
              <a:latin typeface="AnonymicePro Nerd Font Mono" panose="02060609030202000504" pitchFamily="49" charset="0"/>
              <a:ea typeface="AnonymicePro Nerd Font Mono" panose="02060609030202000504" pitchFamily="49" charset="0"/>
            </a:endParaRPr>
          </a:p>
          <a:p>
            <a:pPr marL="36900" indent="0">
              <a:buNone/>
            </a:pPr>
            <a:r>
              <a:rPr lang="en-US" sz="18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	</a:t>
            </a:r>
            <a:endParaRPr lang="en-US" sz="1800" b="1" dirty="0">
              <a:solidFill>
                <a:srgbClr val="FFC000"/>
              </a:solidFill>
              <a:effectLst/>
              <a:latin typeface="AnonymicePro Nerd Font Mono" panose="02060609030202000504" pitchFamily="49" charset="0"/>
              <a:ea typeface="AnonymicePro Nerd Font Mono" panose="02060609030202000504" pitchFamily="49" charset="0"/>
            </a:endParaRPr>
          </a:p>
          <a:p>
            <a:pPr marL="36900" indent="0">
              <a:buNone/>
            </a:pPr>
            <a:endParaRPr lang="en-US" sz="1800" b="1" dirty="0">
              <a:solidFill>
                <a:schemeClr val="accent1">
                  <a:lumMod val="40000"/>
                  <a:lumOff val="60000"/>
                </a:schemeClr>
              </a:solidFill>
              <a:latin typeface="AnonymicePro Nerd Font Mono" panose="02060609030202000504" pitchFamily="49" charset="0"/>
              <a:ea typeface="AnonymicePro Nerd Font Mono" panose="02060609030202000504" pitchFamily="49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6682737-D01C-482F-BD38-A873D013A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9278" y="4397331"/>
            <a:ext cx="7430537" cy="19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193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6305B-2620-7492-3A42-1C4571767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83757"/>
            <a:ext cx="10353762" cy="850308"/>
          </a:xfrm>
        </p:spPr>
        <p:txBody>
          <a:bodyPr>
            <a:normAutofit fontScale="90000"/>
          </a:bodyPr>
          <a:lstStyle/>
          <a:p>
            <a:r>
              <a:rPr lang="en-US" sz="6000" b="1" dirty="0">
                <a:solidFill>
                  <a:srgbClr val="FFC000"/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AUTHENTICATION </a:t>
            </a:r>
            <a:r>
              <a:rPr lang="en-US" sz="4400" b="1" dirty="0">
                <a:solidFill>
                  <a:srgbClr val="FFC000"/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[custom]</a:t>
            </a:r>
            <a:endParaRPr lang="en-US" sz="6000" b="1" dirty="0">
              <a:solidFill>
                <a:srgbClr val="FFC000"/>
              </a:solidFill>
              <a:latin typeface="AnonymicePro Nerd Font Mono" panose="02060609030202000504" pitchFamily="49" charset="0"/>
              <a:ea typeface="AnonymicePro Nerd Font Mono" panose="02060609030202000504" pitchFamily="49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0544E72-496E-D9C0-8EA1-5EA24713D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2563" y="1150075"/>
            <a:ext cx="10353762" cy="5624168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en-US" sz="2000" b="1" dirty="0">
                <a:solidFill>
                  <a:srgbClr val="FFC000"/>
                </a:solidFill>
                <a:effectLst/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11. </a:t>
            </a:r>
            <a:r>
              <a:rPr lang="en-US" sz="2000" b="1" dirty="0" err="1">
                <a:solidFill>
                  <a:srgbClr val="FFC000"/>
                </a:solidFill>
                <a:effectLst/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AccessControlService</a:t>
            </a:r>
            <a:r>
              <a:rPr lang="en-US" sz="18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	</a:t>
            </a:r>
            <a:endParaRPr lang="en-US" sz="1800" b="1" dirty="0">
              <a:solidFill>
                <a:srgbClr val="FFC000"/>
              </a:solidFill>
              <a:effectLst/>
              <a:latin typeface="AnonymicePro Nerd Font Mono" panose="02060609030202000504" pitchFamily="49" charset="0"/>
              <a:ea typeface="AnonymicePro Nerd Font Mono" panose="02060609030202000504" pitchFamily="49" charset="0"/>
            </a:endParaRPr>
          </a:p>
          <a:p>
            <a:pPr marL="36900" indent="0">
              <a:buNone/>
            </a:pPr>
            <a:endParaRPr lang="en-US" sz="1800" b="1" dirty="0">
              <a:solidFill>
                <a:schemeClr val="accent1">
                  <a:lumMod val="40000"/>
                  <a:lumOff val="60000"/>
                </a:schemeClr>
              </a:solidFill>
              <a:latin typeface="AnonymicePro Nerd Font Mono" panose="02060609030202000504" pitchFamily="49" charset="0"/>
              <a:ea typeface="AnonymicePro Nerd Font Mono" panose="020606090302020005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7CA2D8-6EA0-36A5-9308-DF99942903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772" y="1858856"/>
            <a:ext cx="6777708" cy="384906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2BD8053-695A-6ADE-8ED6-5C62D65D98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5215" y="2644877"/>
            <a:ext cx="6054375" cy="386407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AFBCCCB-1EDF-8FEE-E33C-AE5716CC8D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390" y="1095991"/>
            <a:ext cx="6104149" cy="69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475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6305B-2620-7492-3A42-1C4571767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83757"/>
            <a:ext cx="10353762" cy="850308"/>
          </a:xfrm>
        </p:spPr>
        <p:txBody>
          <a:bodyPr>
            <a:normAutofit fontScale="90000"/>
          </a:bodyPr>
          <a:lstStyle/>
          <a:p>
            <a:r>
              <a:rPr lang="en-US" sz="6000" b="1" dirty="0">
                <a:solidFill>
                  <a:srgbClr val="FFC000"/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AUTHENTICATION </a:t>
            </a:r>
            <a:r>
              <a:rPr lang="en-US" sz="4400" b="1" dirty="0">
                <a:solidFill>
                  <a:srgbClr val="FFC000"/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[custom]</a:t>
            </a:r>
            <a:endParaRPr lang="en-US" sz="6000" b="1" dirty="0">
              <a:solidFill>
                <a:srgbClr val="FFC000"/>
              </a:solidFill>
              <a:latin typeface="AnonymicePro Nerd Font Mono" panose="02060609030202000504" pitchFamily="49" charset="0"/>
              <a:ea typeface="AnonymicePro Nerd Font Mono" panose="02060609030202000504" pitchFamily="49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0544E72-496E-D9C0-8EA1-5EA24713D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2563" y="1150075"/>
            <a:ext cx="10353762" cy="5624168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en-US" sz="2000" b="1" dirty="0">
                <a:solidFill>
                  <a:srgbClr val="FFC000"/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12. Create Auth controller</a:t>
            </a:r>
          </a:p>
          <a:p>
            <a:pPr marL="36900" indent="0">
              <a:buNone/>
            </a:pPr>
            <a:r>
              <a:rPr lang="en-US" sz="18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	- Register : add new user</a:t>
            </a:r>
          </a:p>
          <a:p>
            <a:pPr marL="36900" indent="0">
              <a:buNone/>
            </a:pPr>
            <a:r>
              <a:rPr lang="en-US" sz="18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	- Login : login a user and get token access</a:t>
            </a:r>
            <a:endParaRPr lang="fa-IR" sz="1800" b="1" dirty="0">
              <a:solidFill>
                <a:schemeClr val="accent1">
                  <a:lumMod val="40000"/>
                  <a:lumOff val="60000"/>
                </a:schemeClr>
              </a:solidFill>
              <a:latin typeface="AnonymicePro Nerd Font Mono" panose="02060609030202000504" pitchFamily="49" charset="0"/>
              <a:ea typeface="AnonymicePro Nerd Font Mono" panose="02060609030202000504" pitchFamily="49" charset="0"/>
            </a:endParaRPr>
          </a:p>
          <a:p>
            <a:pPr marL="36900" indent="0">
              <a:buNone/>
            </a:pPr>
            <a:r>
              <a:rPr lang="en-US" sz="18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	- </a:t>
            </a:r>
            <a:r>
              <a:rPr lang="en-US" sz="1800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GetCurrentUser</a:t>
            </a:r>
            <a:r>
              <a:rPr lang="en-US" sz="18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 : Get current user base token access</a:t>
            </a:r>
          </a:p>
          <a:p>
            <a:pPr marL="36900" indent="0">
              <a:buNone/>
            </a:pPr>
            <a:r>
              <a:rPr lang="en-US" sz="2000" b="1" dirty="0">
                <a:solidFill>
                  <a:srgbClr val="FFC000"/>
                </a:solidFill>
                <a:effectLst/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13. User </a:t>
            </a:r>
            <a:r>
              <a:rPr lang="en-US" sz="2000" b="1" dirty="0" err="1">
                <a:solidFill>
                  <a:srgbClr val="FFC000"/>
                </a:solidFill>
                <a:effectLst/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IAccessControllerService</a:t>
            </a:r>
            <a:r>
              <a:rPr lang="en-US" sz="2000" b="1" dirty="0">
                <a:solidFill>
                  <a:srgbClr val="FFC000"/>
                </a:solidFill>
                <a:effectLst/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 in </a:t>
            </a:r>
            <a:r>
              <a:rPr lang="en-US" sz="2000" b="1" dirty="0" err="1">
                <a:solidFill>
                  <a:srgbClr val="FFC000"/>
                </a:solidFill>
                <a:effectLst/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MovieController</a:t>
            </a:r>
            <a:endParaRPr lang="en-US" sz="2000" b="1" dirty="0">
              <a:solidFill>
                <a:srgbClr val="FFC000"/>
              </a:solidFill>
              <a:effectLst/>
              <a:latin typeface="AnonymicePro Nerd Font Mono" panose="02060609030202000504" pitchFamily="49" charset="0"/>
              <a:ea typeface="AnonymicePro Nerd Font Mono" panose="02060609030202000504" pitchFamily="49" charset="0"/>
            </a:endParaRPr>
          </a:p>
          <a:p>
            <a:pPr marL="36900" indent="0">
              <a:buNone/>
            </a:pPr>
            <a:r>
              <a:rPr lang="en-US" sz="1800" b="1" dirty="0">
                <a:solidFill>
                  <a:srgbClr val="FFC000"/>
                </a:solidFill>
                <a:effectLst/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	</a:t>
            </a:r>
            <a:r>
              <a:rPr lang="en-US" sz="18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- Get : All user access but you have to login</a:t>
            </a:r>
          </a:p>
          <a:p>
            <a:pPr marL="36900" indent="0">
              <a:buNone/>
            </a:pPr>
            <a:r>
              <a:rPr lang="en-US" sz="18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	- Create-Update-Delete : if current user has authenticated and authorize and administrator role then he/she can do it.</a:t>
            </a:r>
          </a:p>
          <a:p>
            <a:pPr marL="36900" indent="0">
              <a:buNone/>
            </a:pPr>
            <a:endParaRPr lang="en-US" sz="1800" b="1" dirty="0">
              <a:solidFill>
                <a:srgbClr val="FFC000"/>
              </a:solidFill>
              <a:effectLst/>
              <a:latin typeface="AnonymicePro Nerd Font Mono" panose="02060609030202000504" pitchFamily="49" charset="0"/>
              <a:ea typeface="AnonymicePro Nerd Font Mono" panose="02060609030202000504" pitchFamily="49" charset="0"/>
            </a:endParaRPr>
          </a:p>
          <a:p>
            <a:pPr marL="36900" indent="0">
              <a:buNone/>
            </a:pPr>
            <a:endParaRPr lang="en-US" sz="1800" b="1" dirty="0">
              <a:solidFill>
                <a:schemeClr val="accent1">
                  <a:lumMod val="40000"/>
                  <a:lumOff val="60000"/>
                </a:schemeClr>
              </a:solidFill>
              <a:latin typeface="AnonymicePro Nerd Font Mono" panose="02060609030202000504" pitchFamily="49" charset="0"/>
              <a:ea typeface="AnonymicePro Nerd Font Mono" panose="020606090302020005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6384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6305B-2620-7492-3A42-1C4571767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83757"/>
            <a:ext cx="10353762" cy="850308"/>
          </a:xfrm>
        </p:spPr>
        <p:txBody>
          <a:bodyPr>
            <a:normAutofit fontScale="90000"/>
          </a:bodyPr>
          <a:lstStyle/>
          <a:p>
            <a:r>
              <a:rPr lang="en-US" sz="6000" b="1" dirty="0">
                <a:solidFill>
                  <a:srgbClr val="FFC000"/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AUTHENTICATION </a:t>
            </a:r>
            <a:r>
              <a:rPr lang="en-US" sz="4400" b="1" dirty="0">
                <a:solidFill>
                  <a:srgbClr val="FFC000"/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[custom]</a:t>
            </a:r>
            <a:endParaRPr lang="en-US" sz="6000" b="1" dirty="0">
              <a:solidFill>
                <a:srgbClr val="FFC000"/>
              </a:solidFill>
              <a:latin typeface="AnonymicePro Nerd Font Mono" panose="02060609030202000504" pitchFamily="49" charset="0"/>
              <a:ea typeface="AnonymicePro Nerd Font Mono" panose="02060609030202000504" pitchFamily="49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0544E72-496E-D9C0-8EA1-5EA24713D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2563" y="1150075"/>
            <a:ext cx="10353762" cy="5624168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en-US" sz="2000" b="1" dirty="0">
                <a:solidFill>
                  <a:srgbClr val="FFC000"/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8. Refactor</a:t>
            </a:r>
          </a:p>
          <a:p>
            <a:pPr marL="36900" indent="0">
              <a:buNone/>
            </a:pPr>
            <a:r>
              <a:rPr lang="en-US" sz="1800" b="1" dirty="0">
                <a:solidFill>
                  <a:srgbClr val="FFC000"/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	. Authentication middleware</a:t>
            </a:r>
          </a:p>
          <a:p>
            <a:pPr marL="36900" indent="0">
              <a:buNone/>
            </a:pPr>
            <a:r>
              <a:rPr lang="en-US" sz="2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		</a:t>
            </a:r>
            <a:r>
              <a:rPr lang="en-US" sz="16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- create a middleware for check authenticated and exist token access</a:t>
            </a:r>
          </a:p>
          <a:p>
            <a:pPr marL="36900" indent="0">
              <a:buNone/>
            </a:pPr>
            <a:r>
              <a:rPr lang="en-US" sz="1800" b="1" dirty="0">
                <a:solidFill>
                  <a:srgbClr val="FFC000"/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	. Authorization attribute</a:t>
            </a:r>
          </a:p>
          <a:p>
            <a:pPr marL="36900" indent="0">
              <a:buNone/>
            </a:pPr>
            <a:r>
              <a:rPr lang="en-US" sz="2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	</a:t>
            </a:r>
            <a:r>
              <a:rPr lang="en-US" sz="16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	- Create an attribute for check authorization </a:t>
            </a:r>
          </a:p>
          <a:p>
            <a:pPr marL="36900" indent="0">
              <a:buNone/>
            </a:pPr>
            <a:r>
              <a:rPr lang="en-US" sz="16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		- add this attribute to the movie controller file</a:t>
            </a:r>
          </a:p>
          <a:p>
            <a:pPr marL="36900" indent="0">
              <a:buNone/>
            </a:pPr>
            <a:r>
              <a:rPr lang="en-US" sz="1600" b="1" dirty="0">
                <a:solidFill>
                  <a:srgbClr val="FFC000"/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	. Add expire time in </a:t>
            </a:r>
            <a:r>
              <a:rPr lang="en-US" sz="1600" b="1" dirty="0" err="1">
                <a:solidFill>
                  <a:srgbClr val="FFC000"/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AccessToken</a:t>
            </a:r>
            <a:endParaRPr lang="en-US" sz="1600" b="1" dirty="0">
              <a:solidFill>
                <a:srgbClr val="FFC000"/>
              </a:solidFill>
              <a:latin typeface="AnonymicePro Nerd Font Mono" panose="02060609030202000504" pitchFamily="49" charset="0"/>
              <a:ea typeface="AnonymicePro Nerd Font Mono" panose="02060609030202000504" pitchFamily="49" charset="0"/>
            </a:endParaRPr>
          </a:p>
          <a:p>
            <a:pPr marL="36900" indent="0">
              <a:buNone/>
            </a:pPr>
            <a:r>
              <a:rPr lang="en-US" sz="1800" b="1" dirty="0">
                <a:solidFill>
                  <a:srgbClr val="FFC000"/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	. Anonymous attribute [?]</a:t>
            </a:r>
            <a:endParaRPr lang="en-US" sz="1800" dirty="0">
              <a:solidFill>
                <a:schemeClr val="accent1">
                  <a:lumMod val="40000"/>
                  <a:lumOff val="60000"/>
                </a:schemeClr>
              </a:solidFill>
              <a:latin typeface="AnonymicePro Nerd Font Mono" panose="02060609030202000504" pitchFamily="49" charset="0"/>
              <a:ea typeface="AnonymicePro Nerd Font Mono" panose="02060609030202000504" pitchFamily="49" charset="0"/>
            </a:endParaRPr>
          </a:p>
          <a:p>
            <a:pPr marL="36900" indent="0">
              <a:buNone/>
            </a:pPr>
            <a:r>
              <a:rPr lang="en-US" sz="2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		</a:t>
            </a:r>
            <a:r>
              <a:rPr lang="en-US" sz="16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nonymicePro Nerd Font Mono" panose="02060609030202000504" pitchFamily="49" charset="0"/>
                <a:ea typeface="AnonymicePro Nerd Font Mono" panose="02060609030202000504" pitchFamily="49" charset="0"/>
              </a:rPr>
              <a:t>- for free access</a:t>
            </a:r>
            <a:endParaRPr lang="en-US" sz="2000" b="1" dirty="0">
              <a:solidFill>
                <a:schemeClr val="accent1">
                  <a:lumMod val="40000"/>
                  <a:lumOff val="60000"/>
                </a:schemeClr>
              </a:solidFill>
              <a:latin typeface="AnonymicePro Nerd Font Mono" panose="02060609030202000504" pitchFamily="49" charset="0"/>
              <a:ea typeface="AnonymicePro Nerd Font Mono" panose="020606090302020005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93123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Arial Nova">
      <a:majorFont>
        <a:latin typeface="Arial Nova Light"/>
        <a:ea typeface=""/>
        <a:cs typeface=""/>
      </a:majorFont>
      <a:minorFont>
        <a:latin typeface="Arial Nova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7E70FC5-1855-47AB-8CE1-CB3C873A8988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5560E646-30AD-4BA0-97EA-A7A07DF549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0CB38EC-895A-4F8F-8F75-E263501ABB5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{8284C7F7-45CA-45E1-A351-28793054E139}tf11665031_win32</Template>
  <TotalTime>6622</TotalTime>
  <Words>339</Words>
  <Application>Microsoft Office PowerPoint</Application>
  <PresentationFormat>Widescreen</PresentationFormat>
  <Paragraphs>61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AnonymicePro Nerd Font Mono</vt:lpstr>
      <vt:lpstr>Arial Nova</vt:lpstr>
      <vt:lpstr>Arial Nova Light</vt:lpstr>
      <vt:lpstr>Wingdings 2</vt:lpstr>
      <vt:lpstr>SlateVTI</vt:lpstr>
      <vt:lpstr>Security</vt:lpstr>
      <vt:lpstr>AUTHENTICATION [custom]</vt:lpstr>
      <vt:lpstr>AUTHENTICATION [custom]</vt:lpstr>
      <vt:lpstr>AUTHENTICATION [custom]</vt:lpstr>
      <vt:lpstr>AUTHENTICATION [custom]</vt:lpstr>
      <vt:lpstr>AUTHENTICATION [custom]</vt:lpstr>
      <vt:lpstr>AUTHENTICATION [custom]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 token access</dc:title>
  <dc:creator>Mr ERROR</dc:creator>
  <cp:lastModifiedBy>Mr ERROR</cp:lastModifiedBy>
  <cp:revision>74</cp:revision>
  <dcterms:created xsi:type="dcterms:W3CDTF">2024-05-05T05:31:25Z</dcterms:created>
  <dcterms:modified xsi:type="dcterms:W3CDTF">2024-06-06T09:50:42Z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